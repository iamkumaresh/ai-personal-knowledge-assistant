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  <a:latin typeface="Arial"/>
              </a:defRPr>
            </a:pPr>
            <a:r>
              <a:t>GYANI BABA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Arial"/>
              </a:defRPr>
            </a:pPr>
            <a:r>
              <a:t>An Intelligent Local RAG Personal Knowledge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PROJECT TEAM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480560"/>
            <a:ext cx="19202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Md Zabed Aktar Khan</a:t>
            </a:r>
          </a:p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Reg: 24CS2011035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0672" y="4480560"/>
            <a:ext cx="19202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4663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Kumaresh Jana</a:t>
            </a:r>
          </a:p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Reg: 24CS2011035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4480560"/>
            <a:ext cx="19202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4663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Akash Khan</a:t>
            </a:r>
          </a:p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Reg: 24CS2011035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4480560"/>
            <a:ext cx="19202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4663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Hritwik Mondal</a:t>
            </a:r>
          </a:p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Reg: 24CS2011035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45168" y="4480560"/>
            <a:ext cx="19202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5168" y="4663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Mojammel Hossain Sha</a:t>
            </a:r>
          </a:p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Reg: 24CS2041009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Abstract &amp; Research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THE CORE CHALLENGE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Data Overwhelm: Modern students and researchers are constantly flooded with bulk course slides, PDF textbook chapters, and documentation.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Privacy &amp; Access Barriers: Existing cloud-hosted AI query models present commercial payment gates and risk leaking private intellectual corpora.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Hallucination Risk: General-purpose chat LLMs frequently formulate factually incorrect, unverifiable statements when asked about highly technical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SYSTEM SOLUTION GOALS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Local Vector Database: Persist dense document vector embeddings offline via FAISS without uploading documents to external data centers.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Strict Source Grounding: Bind the LLM response flow to only retrieve facts extracted from the uploaded context documents.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Self-Healing API Pipeline: Establish runtime fallback models and backoff handlers to resolve network-level 429 rate limit exceptions.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Multi-Tier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TIER 1: DOCUMENT PROCESSING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PDF Ingestion Loader parses documents into clean raw text structures.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LangChain Splitting chunks texts into overlapping blocks to maintain context.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Metadata indexing tags pages, timestamps, and filenames.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TIER 2: EMBEDDED VECTOR STORE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HuggingFace local model maps chunks to 384-dimension embeddings.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FAISS similarity index structures vectors offline on disk.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SQLite records query sessions and indexes document library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TIER 3: RETRIEVAL &amp; LLM ENGINE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Similarity retrieve matches top K blocks using L2 distance scoring.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Prompt injection maps user query with relevant context references.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Google Gemini API processes context and responds under local formatting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Functional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1. DYNAMIC PDF UPLOAD CENTER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Real-time upload parsing with direct progress alerts.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Dynamic chunking counts and page metrics display on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2. INTERACTIVE AI CHAT INTERFACE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Multi-thread conversation tracking persisted to database.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Factual, document-backed answer generation with strict prompt bounds.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3. AUTOMATIC DOCUMENT LIBRARY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Material status badges displaying index and preview state.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One-click database index deletion and vector clearing.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86200"/>
            <a:ext cx="51206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4. MODERN GLASSMORPHIC DESIGN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Custom Slate-Indigo dashboard styles bypassing template defaults.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Responsive sidebars and interactive hover transition animations.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Technology Stack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FRONTEND &amp; DATABASE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Streamlit Framework: Serves as the primary multi-page routing framework.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SQLite: Houses conversation logs, SQL indices, and metadata tracking.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Custom CSS/HTML Shells: Implements custom design systems and sidebar templates.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VECTOR INDEX &amp; ML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FAISS DB: Executes localized, sub-millisecond similarity index matching.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HuggingFace Embeddings: Compiles text to vectors locally using all-MiniLM-L6-v2 model weights.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PyPDF2: Parses raw binary bytes from PDF uploads into string buffers.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INFERENCE &amp; RESILIENCY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LangChain Engine: Orchestrates chains, prompts, and memory integrations.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Google Generative AI: Drives primary Gemini 2.0 and 1.5 model generations.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Tenacity &amp; Backoff: Facilitates retry loops and model fallbacks on connection timeouts.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Data Processing &amp; Indexing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DYNAMIC TEXT SPLITTING STRATEGY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Recursive Character Splitting: Evaluates structure paragraphs, double newlines, and space gaps dynamically.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Target Chunk Size (1000 characters): Prevents single data blocks from exceeding embedding vocabulary limits.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Context Overlap (200 characters): Guarantees semantic terms positioned on split boundaries are not lost between chunks.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PERSISTENT FILE CACHING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Local File Weights: Caches MiniLM-L6 model locally to prevent network timeouts during server startup.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FAISS Index Persistence: Saves vector coordinate systems to disk on index files (`index.faiss`, `index.pkl`).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SQLite Index Mapping: Records document attributes to map FAISS vector indices to physical filenames.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Semantic Retrieval &amp; Prompt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L2 DISTANCE SIMILARITY FILTERS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Dense Coordinate Match: Compares query vectors against document coordinates inside local memory.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Distance Thresholding: Enforces similarity scores (e.g., L2 &lt;= 1.6) to prevent injecting irrelevant texts.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Context Truncation Limits: Filters and limits context arrays to top K chunks, preventing context bloat.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GROUNDED PROMPT ENGINEERING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Strict Context Binding: Instructions mandate that answers must rely solely on the injected context.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Hallucination Safeguards: Explicitly instructs the LLM to output 'I cannot find the answer' if context is deficient.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Citation Traceability: Integrates page-level references inside answers for end-user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API Rate-Limit Resilience (Self-Healing)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429 ERROR DETECTION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Natively captures Google Studio rate-limit responses.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Identifies 429 status codes and RESOURCE_EXHAUSTED messages.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Prevents app crash by intercepting exceptions at the service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EXPONENTIAL BACKOFF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Configures auto-retries up to 3 times per query.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Pauses execution with incremental backoff delays: 5s, 10s, and 20s.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Displays clean warning banners in Streamlit during retries.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MODEL FALLBACK CHAIN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Primary Model: Attempts query using `gemini-2.0-flash` default configuration.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Secondary Fallback: Switches automatically to `gemini-1.5-flash` if rate limits persist.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Tertiary Fallback: Promotes query to `gemini-1.5-pro` as a final recovery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Modern Design System &amp; UX Polishing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PREMIUM GLASSMORPHIC THEME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Slate &amp; Indigo Dark Palette: Overrides standard grey themes to project a professional interface.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Status Badging: Features material tags highlighting 'Searchable' and 'Preview-Ready' files.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Empty State Handling: Guides users to action screens using glassmorphic library panels.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STREAMLIT ROUTING SAFETY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Safety Try-Except Handlers: Wraps `st.set_page_config` calls to prevent duplicate page-config crash loops.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Dynamic Cache Reloading: Embeds `importlib.reload(components.sidebar)` on reruns to force menu updates.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Viewport Max-Width Recovery: Strips margins to claim 15% more chat layout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Arial"/>
              </a:defRPr>
            </a:pPr>
            <a:r>
              <a:t>GYANI BABA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 &amp; Future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TECHNICAL ACHIEVEMENTS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Operational Stability: Bypasses API locks and recovers from connection drops seamlessly.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Data Sovereignty: Local storage of index maps prevents raw text document leaks.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Unified Interface: Merges upload trackers, database records, and chat models under a single dark theme.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38BDF8"/>
                </a:solidFill>
                <a:latin typeface="Arial"/>
              </a:defRPr>
            </a:pPr>
            <a:r>
              <a:t>FUTURE DEVELOPMENT VISION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Multi-Modal RAG support to extract and match figures, tables, and formula sheets from textbooks.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Offline LLM Core: Deploy local LLM models (via Ollama or LlamaCpp) to run in fully offline air-gapped systems.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Collaborative Multi-User indexing to share indexed documents across multiple researchers.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